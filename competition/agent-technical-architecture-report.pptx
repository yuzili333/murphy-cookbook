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
<Relationship Id="rId13" Type="http://schemas.openxmlformats.org/officeDocument/2006/relationships/slideMaster" Target="slideMasters/slideMaster1.xml"/>
<Relationship Id="rId14" Type="http://schemas.openxmlformats.org/officeDocument/2006/relationships/theme" Target="theme/theme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image2.png"/>
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image3.png"/>
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image" Target="../media/image4.png"/>
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image" Target="../media/image5.png"/>
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image" Target="../media/image6.png"/>
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image" Target="../media/image7.png"/>
<Relationship Id="rId2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image" Target="../media/image8.png"/>
<Relationship Id="rId2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image" Target="../media/image9.png"/>
<Relationship Id="rId2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image" Target="../media/image10.png"/>
<Relationship Id="rId2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1.png"/>
<Relationship Id="rId2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image" Target="../media/image12.png"/>
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urphy Neon">
  <a:themeElements>
    <a:clrScheme name="Murphy">
      <a:dk1>
        <a:srgbClr val="020114"/>
      </a:dk1>
      <a:lt1>
        <a:srgbClr val="FFFFFF"/>
      </a:lt1>
      <a:dk2>
        <a:srgbClr val="1F1459"/>
      </a:dk2>
      <a:lt2>
        <a:srgbClr val="F9F6FF"/>
      </a:lt2>
      <a:accent1>
        <a:srgbClr val="8B5CFF"/>
      </a:accent1>
      <a:accent2>
        <a:srgbClr val="FF8A3D"/>
      </a:accent2>
      <a:accent3>
        <a:srgbClr val="72F44A"/>
      </a:accent3>
      <a:accent4>
        <a:srgbClr val="00D9FF"/>
      </a:accent4>
      <a:accent5>
        <a:srgbClr val="FF3FDB"/>
      </a:accent5>
      <a:accent6>
        <a:srgbClr val="FFD43D"/>
      </a:accent6>
      <a:hlink>
        <a:srgbClr val="72F44A"/>
      </a:hlink>
      <a:folHlink>
        <a:srgbClr val="A879FF"/>
      </a:folHlink>
    </a:clrScheme>
    <a:fontScheme name="Murphy">
      <a:majorFont>
        <a:latin typeface="Arial"/>
      </a:majorFont>
      <a:minorFont>
        <a:latin typeface="Arial"/>
      </a:minorFont>
    </a:fontScheme>
    <a:fmtScheme name="Murphy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Murphy Cookbook HTML Export</Application>
  <PresentationFormat>Widescreen</PresentationFormat>
  <Slides>12</Slides>
  <Company>Team Murphy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Murphy's Cookbook Agent Technical Architecture Report</dc:title>
  <dc:creator>Murphy Cookbook</dc:creator>
  <cp:lastModifiedBy>Murphy Cookbook</cp:lastModifiedBy>
  <dcterms:created xsi:type="dcterms:W3CDTF">2026-06-20T09:00:19.150Z</dcterms:created>
  <dcterms:modified xsi:type="dcterms:W3CDTF">2026-06-20T09:00:19.150Z</dcterms:modified>
</cp:coreProperties>
</file>